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4002B"/>
                </a:solidFill>
                <a:latin typeface="Arial"/>
              </a:defRPr>
            </a:pPr>
            <a:r>
              <a:t>百胜中国营建系统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/>
              </a:defRPr>
            </a:pPr>
            <a:r>
              <a:t>AI 赋能机会与价值主张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5A"/>
                </a:solidFill>
                <a:latin typeface="Arial"/>
              </a:defRPr>
            </a:pPr>
            <a:r>
              <a:t>从「经验驱动」到「AI驱动」——连锁餐饮营建的智能化升级路径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rial"/>
              </a:defRPr>
            </a:pPr>
            <a:r>
              <a:t>杨露露 Lulu Yang  ·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01  百胜中国营建业务概要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rial"/>
              </a:defRPr>
            </a:pPr>
            <a:r>
              <a:t>6大品牌 · 1w+门店 · 年开1000+新店 · 核心目标：质量好、工期短、成本低、变更少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4002B"/>
                </a:solidFill>
                <a:latin typeface="Arial"/>
              </a:defRPr>
            </a:pPr>
            <a:r>
              <a:t>1w+</a:t>
            </a: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t>门店总数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4002B"/>
                </a:solidFill>
                <a:latin typeface="Arial"/>
              </a:defRPr>
            </a:pPr>
            <a:r>
              <a:t>1000+</a:t>
            </a: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t>年开新店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4002B"/>
                </a:solidFill>
                <a:latin typeface="Arial"/>
              </a:defRPr>
            </a:pPr>
            <a:r>
              <a:t>6</a:t>
            </a: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t>大品牌矩阵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/>
              </a:defRPr>
            </a:pPr>
            <a:r>
              <a:t>KFC · 必胜客 · 塔可钟 · 小肥羊 · 黄记煌 · Lavazza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rial"/>
              </a:defRPr>
            </a:pPr>
            <a:r>
              <a:t>🔍 一个工程师管理许多门店，系统割裂靠人工搬运  →  ⚠️ 千店扩张靠人海战术，人即瓶颈  →  💡 AI从「人治」到「数治」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Arial"/>
              </a:defRPr>
            </a:pPr>
            <a:r>
              <a:t>🆕 新店开发：选址→设计→施工→验收→开业    🔨 旧店升级：营业中门店翻新    🏚️ 闭店复原：到期关店拆除、资产处置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02  7阶段主线 + 3条横向能力线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选址决策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设计出图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报建审批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招标签约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施工装修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竣工验收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交付开业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1280160"/>
            <a:ext cx="123444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运维闭店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19456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🟡 进度线  —  工期短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0584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rial"/>
              </a:defRPr>
            </a:pPr>
            <a:r>
              <a:t>选址→设计→报建→招标→施工→验收→交付开业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进度预测·延期预警·甘特图·对标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19456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🟢 成本线  —  成本低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84632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rial"/>
              </a:defRPr>
            </a:pPr>
            <a:r>
              <a:t>投资预算→概算→招标价→合同价→变更→结算→质保金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清单生成·变更估算·合同解析·结算审核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219456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🔵 质量线  —  质量好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68680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rial"/>
              </a:defRPr>
            </a:pPr>
            <a:r>
              <a:t>设计标准→材料验收→隐蔽验收→巡检整改→竣工验收→质保期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巡检对比·缺陷识别·图纸审核·标准RAG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03  各环节痛点、AI机会与行业标杆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3200400"/>
                <a:gridCol w="438912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环节</a:t>
                      </a:r>
                    </a:p>
                  </a:txBody>
                  <a:tcPr>
                    <a:solidFill>
                      <a:srgbClr val="E400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痛点</a:t>
                      </a:r>
                    </a:p>
                  </a:txBody>
                  <a:tcPr>
                    <a:solidFill>
                      <a:srgbClr val="E400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AI解法</a:t>
                      </a:r>
                    </a:p>
                  </a:txBody>
                  <a:tcPr>
                    <a:solidFill>
                      <a:srgbClr val="E400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行业标杆</a:t>
                      </a:r>
                    </a:p>
                  </a:txBody>
                  <a:tcPr>
                    <a:solidFill>
                      <a:srgbClr val="E4002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选址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数据分散、测算不统一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商圈AI评分·物业AI预检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美团龙猫AI·xMap·Placer.ai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图纸版本混乱、标准靠记忆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RAG知识库·图纸AI审核·AI出图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唐吉诃德BIM-Zero（2h出图↓25%）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施工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巡检纸质、进度不透明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CV巡检·ASR日报·进度预测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GS建设零缺陷·Buildots·成德AI无人机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清单手工编、报价难比对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清单AI生成·合同解析·变更估算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Bobyard 2.0·浪潮海岳（审查15min）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验收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问题追踪Excel、整改慢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问题AI追踪·报告生成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香港屋宇署AI·海口江东BIM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运维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被动维修、资产盘点手工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故障预测·资产盘点·调拨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Carrier Abound·上海连锁资产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全流程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系统割裂、管理层盲飞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作战室看板·跨店对标·预警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Surfaice·广联达（预警92%）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04  六大AI落地场景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Arial"/>
              </a:defRPr>
            </a:pPr>
            <a:r>
              <a:t>底座 → 设计 → 施工 → 成本 → 验收 → 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01 知识库+Agent — 底座层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飞书3秒问答·图纸AI审核·多品牌切换·新人上手↓50%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4630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02 设计阶段AI — 源头层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AI施工图生成（唐吉诃德2h出图）·AI图纸审核（PKPM万级规则库）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03 施工管理AI — 主战场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CV巡检（GS建设零缺陷）·ASR日报生成·进度预测（Buildots）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04 成本与合同AI — 贯穿层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清单AI生成（Bobyard70%自动化）·合同AI解析（浪潮海岳95%）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05 验收交付AI — 闭环层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问题AI追踪（Hoban自动派单）·验收报告生成（香港屋宇署6h）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C8963E"/>
                </a:solidFill>
                <a:latin typeface="Arial"/>
              </a:defRPr>
            </a:pPr>
            <a:r>
              <a:t>06 全流程协同 — 远景层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作战室看板（Surfaice 111 playbook）·AI风险预警（广联达92%）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05  经验迁移：百度B端AI → 百胜中国营建AI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项目智能助理(RAG+Agent)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营建知识库+智能助理Agent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78%自治方法论复用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电销AI Copilot(ASR+RAG)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48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48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工地AI巡检+施工日报AI生成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ASR链路同构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合同AI解析(95%准确率)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施工合同解析+清单AI生成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成本线核心能力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回款催收引擎(98%提效)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03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结算款+质保金到期自动催办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703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验收追踪Agent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PCC绿灯通道(27步→2步)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480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480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标准化门店AI审批路由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480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提效93%方法论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工时UT系统(8000+项目)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2578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257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Arial"/>
              </a:defRPr>
            </a:pPr>
            <a:r>
              <a:t>多门店进度看板+延期预警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257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4002B"/>
                </a:solidFill>
                <a:latin typeface="Arial"/>
              </a:defRPr>
            </a:pPr>
            <a:r>
              <a:t>管控方法论复用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5A"/>
                </a:solidFill>
                <a:latin typeface="Arial"/>
              </a:defRPr>
            </a:pPr>
            <a:r>
              <a:t>核心能力覆盖「合同解析→清单生成→成本估算→变更影响→催办结算」整条成本线，端到端打通。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06  AI落地路线图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1371600"/>
            <a:ext cx="182880" cy="18288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40280" y="1444752"/>
            <a:ext cx="3474720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4002B"/>
                </a:solidFill>
                <a:latin typeface="Arial"/>
              </a:defRPr>
            </a:pPr>
            <a:r>
              <a:t>短期·2-3月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Arial"/>
              </a:defRPr>
            </a:pPr>
            <a:r>
              <a:t>营建标准RAG知识库 → 飞书机器人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Arial"/>
              </a:defRPr>
            </a:pPr>
            <a:r>
              <a:t>标准查询15min→30s，立竿见影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371600"/>
            <a:ext cx="182880" cy="18288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44752"/>
            <a:ext cx="3474720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4002B"/>
                </a:solidFill>
                <a:latin typeface="Arial"/>
              </a:defRPr>
            </a:pPr>
            <a:r>
              <a:t>中期·3-6月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Arial"/>
              </a:defRPr>
            </a:pPr>
            <a:r>
              <a:t>AI巡检+智能助理+图纸审核+变更+验收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Arial"/>
              </a:defRPr>
            </a:pPr>
            <a:r>
              <a:t>巡检效率↑80%，核心场景全覆盖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0" y="1371600"/>
            <a:ext cx="182880" cy="18288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3E"/>
                </a:solidFill>
                <a:latin typeface="Arial"/>
              </a:defRPr>
            </a:pPr>
            <a:r>
              <a:t>长期·6-12月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Arial"/>
              </a:defRPr>
            </a:pPr>
            <a:r>
              <a:t>全品牌覆盖+作战室看板+AI风险预警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Arial"/>
              </a:defRPr>
            </a:pPr>
            <a:r>
              <a:t>年省2000+人天，行业标杆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Arial"/>
              </a:defRPr>
            </a:pPr>
            <a:r>
              <a:t>先做容错高的（知识库RAG）→ 再做高频痛的（AI巡检）→ 最后做全局的（作战室看板）</a:t>
            </a:r>
            <a:br/>
            <a:r>
              <a:t>AI能力层坐在现有系统之上做"大脑"，不推翻，只增强。AI辅助人，不替代人。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07  快速上手路径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01  到岗前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继续研究营建行业·熟悉BIM/CAD基础·准备营建术语词典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02  到岗后第1个月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跟完整门店项目走流程·访谈各角色·梳理系统清单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100" b="1">
                <a:solidFill>
                  <a:srgbClr val="E4002B"/>
                </a:solidFill>
                <a:latin typeface="Arial"/>
              </a:defRPr>
            </a:pPr>
            <a:r>
              <a:t>03  到岗后第2-3个月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Arial"/>
              </a:defRPr>
            </a:pPr>
            <a:r>
              <a:t>输出《营建系统现状地图+AI切入点建议》·启动首个AI试点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1A"/>
                </a:solidFill>
                <a:latin typeface="Arial"/>
              </a:defRPr>
            </a:pPr>
            <a:r>
              <a:t>百胜中国营建的AI升级不是一个技术问题，</a:t>
            </a:r>
            <a:br/>
            <a:r>
              <a:t>是一个产品问题</a:t>
            </a:r>
            <a:br/>
            <a:r>
              <a:t>——需要找到最痛的场景、最对的技术形态、最合适的落地节奏。</a:t>
            </a:r>
            <a:br/>
            <a:br/>
            <a:r>
              <a:t>用AI把标准化流程自动化，把经验知识结构化，把管理决策数据化。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Arial"/>
              </a:defRPr>
            </a:pPr>
            <a:r>
              <a:t>杨露露 Lulu Yang  ·  2026.06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